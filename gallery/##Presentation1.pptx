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5"/>
    <p:restoredTop sz="94658"/>
  </p:normalViewPr>
  <p:slideViewPr>
    <p:cSldViewPr snapToGrid="0">
      <p:cViewPr varScale="1">
        <p:scale>
          <a:sx n="101" d="100"/>
          <a:sy n="101" d="100"/>
        </p:scale>
        <p:origin x="21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92919-D3C7-385F-9F6F-4CD6E7170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9B1FA-9B43-8061-F539-A062EB20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B16B1-0EEA-0BCF-B936-36DD9E36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23334-07AC-A4B0-00EF-F84D926E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34D3-625D-C5F4-EEED-54B91940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545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C27D-D639-AA30-8C22-CB0F8548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C96F9-C36B-44BB-52B8-06A7DB6AE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6B400-C33C-63F0-0BD8-4E346AF8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C42D-9D25-CB57-35C8-A7D6D578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275C5-5B17-EC7F-08E2-979015B41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446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EFF3-18D3-E475-4D82-49AAFDDEF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86819-C525-9DB7-DB8D-1E5B7FD13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1735A-52DC-3D99-F8C9-508D0683B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FC4E9-9821-DA97-59FE-3981C9D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DA853-3B41-D14E-577B-610155B2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0204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DF03A-9332-B0FD-4144-6FE6C6C16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FC147-3B2E-9D33-5EE4-87AB4AD39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809A5-6693-A4ED-0ACC-8693848B8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D47CF-6E0A-6C9F-B06B-7D0EF88B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E8B44-D44F-61F2-748B-90D27723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A68BC-4CDD-0F41-3E83-CCB29BFF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5243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9D688-A6AD-D799-E07E-2817B53A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AB938-0119-12E3-3305-D14247CCD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66B45-1139-793F-F638-A90550CEB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54CA3-7A6A-DEFC-27DF-A4CBF7464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9ED1B-C63F-9879-228B-49B3803A2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7A4075-7B67-CCB7-9169-E309824F9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EFCC2-1BE1-AF66-7805-7115EC0D8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881C1-4691-2E89-1E0D-D54EFE3A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534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5614-9CA0-65AE-C413-ADF0F080D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894E2-50AA-ABD8-0F53-1A665A764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9BBD3-FA10-DC0B-1684-107EE7024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FDCCA-24BD-56CC-3431-D6CFC346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4572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C0BF2-0869-E000-6361-549962BE4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A2AE2A-502A-11D9-7FAC-2860B636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0A886-3FCA-42A6-BFFB-DCC8CDF0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832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9F24-925C-1925-3A7F-92E8BC41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D2C28-A043-589B-BDA3-2FFB22FEF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3DFEF-A041-8ABD-3C64-0D4BB8071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6F700-DD67-82AD-CD3B-9D77181C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09CDA-514C-1B10-2EDA-11169D3B4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51141-588B-369C-5AF9-29537151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891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3DB0-8553-062C-C56F-B59B6405A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7A1C7-FF8F-EC10-FA33-F9AA894762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28813-9C6B-E2A6-4D70-D289C902F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A0129-C9CF-F365-ECE6-6CC7CD64D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C0695-F01F-C4F4-F0E6-8CDBD4D8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0DA5B-BA3A-2C2A-7309-FCBD92512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6059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046A-7F7C-7EDF-26A7-69B56C73D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446096-1AFA-7638-E4A2-B5604307F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C6E4F-0F93-FF91-DE61-72320339F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04CFF-7908-59EF-B82F-E4E4915F0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6B75A-51F5-9EF6-DF97-32D7E8E9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92052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199D9A-19DE-9D14-385E-3245F9961E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DB66-F0A4-6E06-A182-F74132DCC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7D39C-CF7F-9287-1900-01B66723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6A3C4-C484-6F70-139E-E9090917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38F10-7437-7A45-0173-781A3C55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2505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7DD473-0C59-DAE1-ED9A-F72BC59F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7EFA3-C239-C08B-2E33-E03E39414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D56BB-0C82-845B-7F0D-532A7201F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68B38-C0D2-DB4F-80EE-2248C01681CF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5A8C1-BB67-12FD-F24B-2ACDB6FBD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1B04-6658-3BF2-1FF1-F5147BF44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F27F4-7940-724C-B936-F0D22B45970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272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34AB4F-4458-C906-713B-BF27BF820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845" y="2802469"/>
            <a:ext cx="4859697" cy="256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32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98A8B-F1B5-611E-B175-D8CC7942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5491CE-F01B-2A78-D942-79B610DA9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07805"/>
            <a:ext cx="7772400" cy="440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1BF26-43A0-F517-EA2E-3E58E9A7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59A0DE-7696-AB6F-D627-30D71EC23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0" y="632082"/>
            <a:ext cx="5054600" cy="260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E1D75A-60F6-9A8D-BD22-AD4670EA3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592" y="3334435"/>
            <a:ext cx="5085708" cy="190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6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81CEF-6B06-44DC-DFB5-2936AEB9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606E0F-8CAC-BF52-53F0-201BCBF27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0" y="1479550"/>
            <a:ext cx="29464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47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2A120-1D81-CA13-53F5-D084FBD4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6CE52E-174B-39FE-6191-F2DEDF24E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485" y="1798680"/>
            <a:ext cx="6379029" cy="355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97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7028-5DC1-09AC-B9A2-5A6D264F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6471FC-CA08-78F1-63DD-FD1A44DDC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94133"/>
            <a:ext cx="7772400" cy="386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9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EB6A-7405-2EB5-4223-79576318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470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CB26-FBD2-0890-B328-05BCDB0A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42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Zhengxia Zou</dc:creator>
  <cp:lastModifiedBy>Zhengxia Zou</cp:lastModifiedBy>
  <cp:revision>8</cp:revision>
  <dcterms:created xsi:type="dcterms:W3CDTF">2026-09-15T14:46:40Z</dcterms:created>
  <dcterms:modified xsi:type="dcterms:W3CDTF">2026-09-15T15:52:53Z</dcterms:modified>
</cp:coreProperties>
</file>